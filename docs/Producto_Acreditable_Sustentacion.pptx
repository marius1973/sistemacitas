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C2410C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Aprobado</c:v>
                </c:pt>
                <c:pt idx="1">
                  <c:v>Fallido</c:v>
                </c:pt>
                <c:pt idx="2">
                  <c:v>Observado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F4A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0F766E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ACREDITABLE  ·  CALIDAD DE SOFTWARE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Citas Médicas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B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calidad, normas ISO y plan de pruebas aplicados a un caso de estudio simulado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329184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279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Software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4279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279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Ignacio de Loyola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964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49640" y="42793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vamos a revisar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Sistema, contexto y requisitos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69480" y="182880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calidad y selección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ISO y evidencias de gestión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2918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69480" y="32461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y ejecución de pruebas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70916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6634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Defectos, mejoras y mantenimiento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470916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69480" y="46634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Acreditable — Sistema de Gestión de Citas Médicas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problema identificado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Policlínico San Rafael: centro ambulatorio con 3 consultorios y 4 especialidades (medicina general, pediatría, ginecología, cardiología y odontología). El sistema digitaliza la programación de citas para pacientes, médicos y personal administrativo.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FF1E6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Dobles reservas por agendas físicas separadas por consultorio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y cancelación dependen del horario telefónico de recepción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clínico disperso entre fichas físicas y notas sueltas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visibilidad administrativa para reportes confiables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 — Descripción del sistema y requisitos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0574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registra, reserva, cancela y reprograma sus propias citas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7700" y="20574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4577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su disponibilidad y revisa agenda e historial clínico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83780" y="20574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3837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Recepcionista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la gestión operativa y monitorea las citas del centro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7373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309860" y="2057400"/>
            <a:ext cx="731520" cy="7315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1030986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6404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3337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especialidades, usuarios y reportes globales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 — Descripción del sistema y requisitos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 — flujo del paciente (12 RF)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28700" y="3131820"/>
            <a:ext cx="101041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5176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" y="37490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32660" y="265176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223266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75460" y="37490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16680" y="265176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391668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59480" y="37490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00700" y="265176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560070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43500" y="37490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84720" y="265176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728472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27520" y="37490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8740" y="2651760"/>
            <a:ext cx="960120" cy="960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896874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11540" y="37490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Notificación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652760" y="2651760"/>
            <a:ext cx="960120" cy="96012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4" name="Text 22"/>
          <p:cNvSpPr/>
          <p:nvPr/>
        </p:nvSpPr>
        <p:spPr>
          <a:xfrm>
            <a:off x="10652760" y="2651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195560" y="37490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clínico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requisito documenta actor, nivel de autorización, entrada, proceso, salida, prioridad y criterio de aceptación (Dado / Cuando / Entonces).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requisito RF08 (notificaciones) actúa de forma transversal ante cada evento de una cita: reserva, cancelación o reprogramación.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 — Descripción del sistema y requisitos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no funcionales (6 RNF)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 y contraseñas cifradas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856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2585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s de respuesta en el 95% de solicitudes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8562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22585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99% durante el horario de atención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4564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8587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completa en ≤ 5 min sin ayuda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2918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34564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8587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de dobles reservas de horario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2918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34564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6760" y="38587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accesos al historial registrados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 — Descripción del sistema y requisitos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calidad comparados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583680"/>
                <a:gridCol w="22860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Enfoque principal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Vigencia actual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McCall (1977)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Factores de calidad: operación, revisión y transición del producto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766E"/>
                          </a:solidFill>
                        </a:rPr>
                        <a:t>Bajo — histórico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Boehm (1978)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Jerarquía de utilidad general, mantenibilidad y portabilidad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766E"/>
                          </a:solidFill>
                        </a:rPr>
                        <a:t>Bajo — histórico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FURPS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Cinco categorías memorables de calidad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766E"/>
                          </a:solidFill>
                        </a:rPr>
                        <a:t>Medio — checklist rápido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ISO/IEC 25010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Modelo de calidad del producto y calidad en uso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766E"/>
                          </a:solidFill>
                        </a:rPr>
                        <a:t>Alto — estándar vigente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</a:rPr>
                        <a:t>CMMI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</a:rPr>
                        <a:t>Madurez de los procesos organizacionales de desarrollo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766E"/>
                          </a:solidFill>
                        </a:rPr>
                        <a:t>Alto — certificación y mejora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 y CMMI se seleccionan como marco principal por su vigencia y su cobertura de producto + proceso.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 — Modelos de calidad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principal: ISO/IEC 25010 + CMMI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389120"/>
          </a:xfrm>
          <a:prstGeom prst="roundRect">
            <a:avLst>
              <a:gd name="adj" fmla="val 1250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 — calidad del producto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Adecuación funcional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24231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4231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de desempeño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31089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1089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94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Fiabilidad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49040" y="37947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794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Mantenibilidad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49040" y="44805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480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Portabilidad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86600" y="1691640"/>
            <a:ext cx="45262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609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CMMI — madurez de procesos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2423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 a ISO 25010 evaluando cómo se gestionan los requisitos, la verificación y el control de cambios: aspectos que determinan si los defectos se detectan a tiempo.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60920" y="37947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E6F4F1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390448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95360" y="39044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requisitos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60920" y="4800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E6F4F1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49103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95360" y="49103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 — Modelos de calidad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calidad (6 métricas)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566160"/>
                <a:gridCol w="2651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Característica ISO 25010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Valor esperado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Tiempo de respuesta en reserva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Eficiencia de desempeño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≤ 2 s (95% solicitudes)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Tasa de dobles reservas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Fiabilidad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0%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Disponibilidad del sistema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Fiabilidad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≥ 99% mensual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Cobertura de pruebas funcionales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Mantenibilidad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≥ 90%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Tiempo de aprendizaje de un paciente nuevo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Usabilidad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≤ 5 min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Tiempo medio de resolución de incidencias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Mantenibilidad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</a:rPr>
                        <a:t>≤ 8 horas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 — Modelos de calidad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ISO aplicadas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12207 — ciclo de vida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39572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07792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880360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39242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364992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877056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849624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36168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334256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84632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818888"/>
            <a:ext cx="5303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86600" y="1691640"/>
            <a:ext cx="4526280" cy="4389120"/>
          </a:xfrm>
          <a:prstGeom prst="roundRect">
            <a:avLst>
              <a:gd name="adj" fmla="val 1250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609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— gestión de calidad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242316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documental: un único documento de requisitos versionado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actividades vía checklist de avance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cambios de requisitos justificada y registrada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 a partir de defectos y lecciones aprendidas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3 — Normas ISO y gestión de calidad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pruebas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del documento de requisitos y del modelo de datos, antes de ejecutar código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965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Dinámicas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real de los flujos de mayor riesgo: reserva, cancelación, reprogramación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206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negra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derivados de los requisitos funcionales, sin mirar la implementación interna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206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blanca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8463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los caminos de la lógica de disponibilidad y conflicto de horarios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 — Plan y ejecución de pruebas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los 8 casos de prueba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566160"/>
                <a:gridCol w="1280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Caso de prueba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CP05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Reserva en horario disponible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Aprobado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CP06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Reserva simultánea del mismo horario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</a:rPr>
                        <a:t>Fallido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CP07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Cancelación de cita pendiente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Aprobado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CP08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Reprogramación fuera de disponibilidad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</a:rPr>
                        <a:t>Fallido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</a:rPr>
                        <a:t>CP04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</a:rPr>
                        <a:t>Disponibilidad sin bloques configurados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Observado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 — Plan y ejecución de pruebas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Defectos encontrados (5)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8412480"/>
                <a:gridCol w="13716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Severidad</a:t>
                      </a:r>
                      <a:endParaRPr lang="en-US" sz="130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DEF01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Condición de carrera: dos reservas simultáneas pueden ocupar el mismo horario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410C"/>
                          </a:solidFill>
                        </a:rPr>
                        <a:t>Alta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DEF02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La reprogramación no valida el bloque de disponibilidad del médico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Media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DEF03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Sin mensaje explicativo cuando no hay horarios disponibles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</a:rPr>
                        <a:t>Baja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DEF04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Las notificaciones no tienen mecanismo de reintento ante fallo de envío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</a:rPr>
                        <a:t>Media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</a:rPr>
                        <a:t>DEF05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</a:rPr>
                        <a:t>El historial de citas no implementa paginación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</a:rPr>
                        <a:t>Baja</a:t>
                      </a:r>
                      <a:endParaRPr lang="en-US" sz="1250" dirty="0"/>
                    </a:p>
                  </a:txBody>
                  <a:tcPr marL="101600" marR="101600" marT="101600" marB="1016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defecto tiene una recomendación técnica asociada, priorizando restricciones a nivel de base de datos sobre validaciones solo en la aplicación.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 — Plan y ejecución de pruebas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continua: CMMI e ISO/IEC 14764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de proceso (CMMI)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328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cambios de requisitos con justificación antes de actualizar la trazabilidad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0873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entrada/salida por entregable, para detectar defectos antes de las pruebas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(ISO/IEC 14764)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24231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6F4F1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5328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289864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Corregir DEF01 con restricción de unicidad en base de datos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24231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6F4F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5328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Adaptativo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289864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un nuevo proveedor de notificaciones (p. ej. WhatsApp)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6F4F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0873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Perfectivo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29400" y="445312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indicadores de calidad para el administrador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6840" y="39776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6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40873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0" y="445312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dependencias y refactorizar la lógica de disponibilidad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5 — Mantenimiento y mejora continua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E6F4F1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de requisitos cubrió todo el flujo del paciente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25010 + CMMI evalúan producto y proceso a la vez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mayores riesgos son de concurrencia e integración, no de funciones aisladas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Restricción de unicidad en base de datos contra dobles reservas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formal de gestión de cambios de requisitos (REQM)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progresivamente los casos de prueba críticos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6 — Conclusiones y recomendaciones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F766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4114800" cy="4114800"/>
          </a:xfrm>
          <a:prstGeom prst="ellipse">
            <a:avLst/>
          </a:prstGeom>
          <a:solidFill>
            <a:srgbClr val="5EEAD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E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Acreditable — Calidad de Software aplicada al Sistema de Gestión de Citas Médicas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 ·  Universidad San Ignacio de Loyola  ·  Julio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Producto Acreditable - Calidad de Software - Sistema de Gestion de Citas Medicas</dc:title>
  <dc:subject>PptxGenJS Presentation</dc:subject>
  <dc:creator>Mario</dc:creator>
  <cp:lastModifiedBy>Mario</cp:lastModifiedBy>
  <cp:revision>1</cp:revision>
  <dcterms:created xsi:type="dcterms:W3CDTF">2026-07-04T20:08:05Z</dcterms:created>
  <dcterms:modified xsi:type="dcterms:W3CDTF">2026-07-04T20:08:05Z</dcterms:modified>
</cp:coreProperties>
</file>